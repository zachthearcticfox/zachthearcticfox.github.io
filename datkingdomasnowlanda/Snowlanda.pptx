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3.xml" ContentType="application/vnd.openxmlformats-officedocument.presentationml.notesSlid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GB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40857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713050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117322143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209010508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41908706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4348310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0829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4269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1750370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GB"/>
              <a:t>1</a:t>
            </a:fld>
            <a:endParaRPr lang="en-GB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6467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1381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7339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E15F2C-7A67-E155-B0AB-15674AB299C1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2560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87386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8719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13D326-0471-CC68-3ADA-1CCBE519296C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6173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49993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820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E557EE-F564-5CA6-DCA2-76C46D9F49F3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0803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6208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1047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5C1D12-E4F7-E0F6-6F8B-1A708DF521F1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985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56224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824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0A4290-A1D3-11D6-0287-F632AFFBE310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2028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8134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498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9A26E7-0275-8DFA-7EA6-77740B311376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359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5877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9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1C714D-30F1-386B-775B-CAF532215037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917195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7156821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18364247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2102001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041234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0201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25045631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634070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9063790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632647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88620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90798390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8490684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8040243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028250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6336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64402947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9145691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91233726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48167713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940234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06337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7053811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7702140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86135678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71299994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20459628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70278578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1741098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1901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28175439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42479236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2752375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86338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50433513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1903098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927921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24813420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93568020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66467924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5043792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446733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20703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95982646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GB"/>
          </a:p>
        </p:txBody>
      </p:sp>
      <p:sp>
        <p:nvSpPr>
          <p:cNvPr id="49166110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4139767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1393740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655214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6707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92578983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3285833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5376033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934943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43839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20948148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4142664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4732473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365487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2295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4601620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76911797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73134810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0947347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544806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Dat Kingdoma Snowlanda</a:t>
            </a:r>
            <a:endParaRPr lang="en-GB"/>
          </a:p>
        </p:txBody>
      </p:sp>
      <p:sp>
        <p:nvSpPr>
          <p:cNvPr id="1629126107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(also known as “Kingdom of Snowland” or “Snowland”)</a:t>
            </a:r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a:r>
              <a:rPr lang="en-GB"/>
              <a:t>A micronation.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4837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Flag</a:t>
            </a:r>
            <a:endParaRPr/>
          </a:p>
        </p:txBody>
      </p:sp>
      <p:pic>
        <p:nvPicPr>
          <p:cNvPr id="1237724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4308" y="1516601"/>
            <a:ext cx="7189741" cy="4396758"/>
          </a:xfrm>
          <a:prstGeom prst="rect">
            <a:avLst/>
          </a:prstGeom>
        </p:spPr>
      </p:pic>
      <p:sp>
        <p:nvSpPr>
          <p:cNvPr id="1873957856" name=""/>
          <p:cNvSpPr txBox="1"/>
          <p:nvPr/>
        </p:nvSpPr>
        <p:spPr bwMode="auto">
          <a:xfrm flipH="0" flipV="0">
            <a:off x="838198" y="1516601"/>
            <a:ext cx="2495817" cy="9147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Blue resembles Water;</a:t>
            </a:r>
            <a:endParaRPr/>
          </a:p>
          <a:p>
            <a:pPr>
              <a:defRPr/>
            </a:pPr>
            <a:r>
              <a:rPr/>
              <a:t>Cyan resembles Ice;</a:t>
            </a:r>
            <a:endParaRPr/>
          </a:p>
          <a:p>
            <a:pPr>
              <a:defRPr/>
            </a:pPr>
            <a:r>
              <a:rPr/>
              <a:t>Gray resembles Snow.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2138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Coat of Arms</a:t>
            </a:r>
            <a:endParaRPr/>
          </a:p>
        </p:txBody>
      </p:sp>
      <p:pic>
        <p:nvPicPr>
          <p:cNvPr id="16295227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353539" y="1570469"/>
            <a:ext cx="4752974" cy="4000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182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Population</a:t>
            </a:r>
            <a:endParaRPr/>
          </a:p>
        </p:txBody>
      </p:sp>
      <p:sp>
        <p:nvSpPr>
          <p:cNvPr id="19946934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/>
              <a:t>Kingdoma Snowlanda has a population of 1, but I don’t actually live there.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379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Location</a:t>
            </a:r>
            <a:endParaRPr/>
          </a:p>
        </p:txBody>
      </p:sp>
      <p:pic>
        <p:nvPicPr>
          <p:cNvPr id="2503627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5800" y="1145030"/>
            <a:ext cx="6742845" cy="5132268"/>
          </a:xfrm>
          <a:prstGeom prst="rect">
            <a:avLst/>
          </a:prstGeom>
        </p:spPr>
      </p:pic>
      <p:sp>
        <p:nvSpPr>
          <p:cNvPr id="1664609011" name=""/>
          <p:cNvSpPr txBox="1"/>
          <p:nvPr/>
        </p:nvSpPr>
        <p:spPr bwMode="auto">
          <a:xfrm flipH="0" flipV="0">
            <a:off x="838198" y="1516600"/>
            <a:ext cx="2762813" cy="146340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Snow Field, Snowland,</a:t>
            </a:r>
            <a:endParaRPr/>
          </a:p>
          <a:p>
            <a:pPr>
              <a:defRPr/>
            </a:pPr>
            <a:r>
              <a:rPr/>
              <a:t>Alverthorpe, Wakefield,</a:t>
            </a:r>
            <a:endParaRPr/>
          </a:p>
          <a:p>
            <a:pPr>
              <a:defRPr/>
            </a:pPr>
            <a:r>
              <a:rPr/>
              <a:t>West Yorkshire, England.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Alverthorpe Meadows.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72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National Animals</a:t>
            </a:r>
            <a:endParaRPr/>
          </a:p>
        </p:txBody>
      </p:sp>
      <p:sp>
        <p:nvSpPr>
          <p:cNvPr id="1920910044" name=""/>
          <p:cNvSpPr txBox="1"/>
          <p:nvPr/>
        </p:nvSpPr>
        <p:spPr bwMode="auto">
          <a:xfrm flipH="0" flipV="0">
            <a:off x="838198" y="1516600"/>
            <a:ext cx="9091591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Snowland has 3 national animals and 2 national birds: the cat, the arctic fox, the red fox,</a:t>
            </a:r>
            <a:endParaRPr/>
          </a:p>
          <a:p>
            <a:pPr>
              <a:defRPr/>
            </a:pPr>
            <a:r>
              <a:rPr/>
              <a:t>and the european robin, </a:t>
            </a:r>
            <a:r>
              <a:rPr/>
              <a:t>and the sparrow.</a:t>
            </a:r>
            <a:endParaRPr/>
          </a:p>
        </p:txBody>
      </p:sp>
      <p:pic>
        <p:nvPicPr>
          <p:cNvPr id="1998562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8304" y="2740071"/>
            <a:ext cx="4705349" cy="2738739"/>
          </a:xfrm>
          <a:prstGeom prst="rect">
            <a:avLst/>
          </a:prstGeom>
        </p:spPr>
      </p:pic>
      <p:pic>
        <p:nvPicPr>
          <p:cNvPr id="110415857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095999" y="2740071"/>
            <a:ext cx="2051489" cy="1369369"/>
          </a:xfrm>
          <a:prstGeom prst="rect">
            <a:avLst/>
          </a:prstGeom>
        </p:spPr>
      </p:pic>
      <p:pic>
        <p:nvPicPr>
          <p:cNvPr id="136827191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6095999" y="4207611"/>
            <a:ext cx="2070536" cy="1271199"/>
          </a:xfrm>
          <a:prstGeom prst="rect">
            <a:avLst/>
          </a:prstGeom>
        </p:spPr>
      </p:pic>
      <p:pic>
        <p:nvPicPr>
          <p:cNvPr id="1598483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8277287" y="2740071"/>
            <a:ext cx="1960800" cy="1369369"/>
          </a:xfrm>
          <a:prstGeom prst="rect">
            <a:avLst/>
          </a:prstGeom>
        </p:spPr>
      </p:pic>
      <p:pic>
        <p:nvPicPr>
          <p:cNvPr id="486115404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8277287" y="4207611"/>
            <a:ext cx="1283467" cy="1283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628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Other information</a:t>
            </a:r>
            <a:endParaRPr/>
          </a:p>
        </p:txBody>
      </p:sp>
      <p:sp>
        <p:nvSpPr>
          <p:cNvPr id="214379107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1600"/>
              <a:t>National languages: North Sámi, Swedish, English</a:t>
            </a:r>
            <a:endParaRPr sz="1600"/>
          </a:p>
          <a:p>
            <a:pPr>
              <a:defRPr/>
            </a:pPr>
            <a:r>
              <a:rPr sz="1600"/>
              <a:t>Motto: </a:t>
            </a:r>
            <a:r>
              <a:rPr lang="en-GB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“Ruohttasa ja muohttaga eanan”</a:t>
            </a:r>
            <a:r>
              <a:rPr sz="1600"/>
              <a:t> (North Sámi for “Land of grass and snow”)</a:t>
            </a:r>
            <a:endParaRPr sz="1600"/>
          </a:p>
          <a:p>
            <a:pPr>
              <a:defRPr/>
            </a:pPr>
            <a:r>
              <a:rPr sz="1600"/>
              <a:t>Status: Active</a:t>
            </a:r>
            <a:endParaRPr sz="1600"/>
          </a:p>
          <a:p>
            <a:pPr>
              <a:defRPr/>
            </a:pPr>
            <a:r>
              <a:rPr sz="1600"/>
              <a:t>Capital:</a:t>
            </a:r>
            <a:r>
              <a:rPr sz="1600"/>
              <a:t> Snow Field</a:t>
            </a:r>
            <a:endParaRPr sz="1600"/>
          </a:p>
          <a:p>
            <a:pPr>
              <a:defRPr/>
            </a:pPr>
            <a:r>
              <a:rPr sz="1600"/>
              <a:t>Currency: Snowlandanic Pound (SLP)</a:t>
            </a:r>
            <a:endParaRPr sz="1600"/>
          </a:p>
          <a:p>
            <a:pPr>
              <a:defRPr/>
            </a:pPr>
            <a:r>
              <a:rPr sz="1600"/>
              <a:t>Demonyms: Snowlandanic, Snowlandaneir</a:t>
            </a:r>
            <a:endParaRPr sz="1600"/>
          </a:p>
          <a:p>
            <a:pPr>
              <a:defRPr/>
            </a:pPr>
            <a:r>
              <a:rPr sz="1600"/>
              <a:t>Government: Full Monarchy</a:t>
            </a:r>
            <a:endParaRPr sz="1600"/>
          </a:p>
          <a:p>
            <a:pPr>
              <a:defRPr/>
            </a:pPr>
            <a:r>
              <a:rPr sz="1600"/>
              <a:t>Independence from: United Kingdom (2025-08-06)</a:t>
            </a:r>
            <a:endParaRPr sz="1600"/>
          </a:p>
          <a:p>
            <a:pPr>
              <a:defRPr/>
            </a:pPr>
            <a:r>
              <a:rPr sz="1600"/>
              <a:t>Time and Date format: HH.MM AM/PM, YYYY-MM-DD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1939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Rules</a:t>
            </a:r>
            <a:endParaRPr/>
          </a:p>
        </p:txBody>
      </p:sp>
      <p:sp>
        <p:nvSpPr>
          <p:cNvPr id="183188244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/>
              <a:t>No sand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2025-08-07T18:26:31Z</dcterms:modified>
</cp:coreProperties>
</file>